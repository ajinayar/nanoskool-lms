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predict before testing each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Magnetic or not?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Iron nails are magnetic</a:t>
            </a:r>
          </a:p>
          <a:p>
            <a:r>
              <a:t>Plastic spoons are not magnetic</a:t>
            </a:r>
          </a:p>
          <a:p>
            <a:r>
              <a:t>Aluminium cans are not magnetic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